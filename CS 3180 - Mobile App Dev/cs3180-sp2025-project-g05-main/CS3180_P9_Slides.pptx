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67" r:id="rId2"/>
    <p:sldId id="256" r:id="rId3"/>
    <p:sldId id="257" r:id="rId4"/>
    <p:sldId id="268" r:id="rId5"/>
    <p:sldId id="262" r:id="rId6"/>
    <p:sldId id="264" r:id="rId7"/>
    <p:sldId id="259" r:id="rId8"/>
    <p:sldId id="261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BD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1AE96-563B-27F6-AF7D-4C742B0C6C93}" v="78" dt="2025-05-01T14:32:52.836"/>
    <p1510:client id="{22CC747C-5547-48FD-A4A8-42B1C493DAB9}" v="520" dt="2025-05-01T01:41:04.643"/>
    <p1510:client id="{4023C82F-DA09-EF23-DD05-88F95046BB43}" v="923" dt="2025-05-01T01:42:48.302"/>
    <p1510:client id="{5DD97E19-C9AB-4AFF-97CB-7FC1E2106E36}" v="146" dt="2025-05-01T15:23:14.124"/>
    <p1510:client id="{6633A388-95CC-4285-EFFE-583CEBCA0F37}" v="110" dt="2025-05-01T12:38:24.634"/>
    <p1510:client id="{F6D00042-33DA-3C4A-3D4D-CFC1A6BE8B58}" v="1231" dt="2025-05-01T04:45:42.089"/>
    <p1510:client id="{FB74B365-2211-7AF1-0904-E0B38882F20E}" v="1218" dt="2025-05-01T05:04:43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40221-1F71-47A5-9DFC-3E6C11EE7006}" type="datetimeFigureOut"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6A7BB-62D6-4561-8C69-7BF920A19E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0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Wind is one of the most important factors on battery usage when riding. Temperature can have an effect, but it is far less significant.</a:t>
            </a:r>
          </a:p>
          <a:p>
            <a:pPr>
              <a:lnSpc>
                <a:spcPct val="130000"/>
              </a:lnSpc>
              <a:spcBef>
                <a:spcPts val="1000"/>
              </a:spcBef>
            </a:pPr>
            <a:endParaRPr lang="en-US"/>
          </a:p>
          <a:p>
            <a:pPr>
              <a:lnSpc>
                <a:spcPct val="130000"/>
              </a:lnSpc>
              <a:spcBef>
                <a:spcPts val="1000"/>
              </a:spcBef>
            </a:pPr>
            <a:r>
              <a:rPr lang="en-US"/>
              <a:t>Northwest Ohio is an especially windy place, especially on farm roads.</a:t>
            </a:r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Ben hates driving more than he hates bad weather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6A7BB-62D6-4561-8C69-7BF920A19E7C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33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Interface may need tweaks based on local culture and infrastructure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6A7BB-62D6-4561-8C69-7BF920A19E7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74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no battery information is given, the trip is still shown but without the battery calculation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6A7BB-62D6-4561-8C69-7BF920A19E7C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51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Currently, users supply battery parameters to use for range estimation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Though it was out of scope in this initial milestone, in the future, we hope to implement connectivity with </a:t>
            </a:r>
            <a:r>
              <a:rPr lang="en-US" err="1">
                <a:ea typeface="Calibri"/>
                <a:cs typeface="Calibri"/>
              </a:rPr>
              <a:t>bluetooth</a:t>
            </a:r>
            <a:r>
              <a:rPr lang="en-US">
                <a:ea typeface="Calibri"/>
                <a:cs typeface="Calibri"/>
              </a:rPr>
              <a:t>-enabled EM3EV batteries, which can provide pack-by-pack cell amp-hours, as well as pack and ambient temperatures.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6A7BB-62D6-4561-8C69-7BF920A19E7C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555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Trip chaining, where multiple destinations can be added as stops along a route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Battery management system connectivity via </a:t>
            </a:r>
            <a:r>
              <a:rPr lang="en-US" err="1">
                <a:ea typeface="Calibri"/>
                <a:cs typeface="Calibri"/>
              </a:rPr>
              <a:t>bluetooth</a:t>
            </a:r>
            <a:r>
              <a:rPr lang="en-US">
                <a:ea typeface="Calibri"/>
                <a:cs typeface="Calibri"/>
              </a:rPr>
              <a:t>, allows us access to pack and ambient temp, as well as current charge level.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Detailed hour-by-hour weather information – this did not make it to the end of this milestone, but is planned for the next.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On-handlebars mode, which we will detect with vibrations transmitted through the handlebar mount. This is in the interest of user safety and minimizing potential liabilities.</a:t>
            </a:r>
          </a:p>
          <a:p>
            <a:pPr marL="171450" indent="-171450">
              <a:buFont typeface="Arial"/>
              <a:buChar char="•"/>
            </a:pPr>
            <a:r>
              <a:rPr lang="en-US" err="1">
                <a:ea typeface="Calibri"/>
                <a:cs typeface="Calibri"/>
              </a:rPr>
              <a:t>OsmAnd</a:t>
            </a:r>
            <a:r>
              <a:rPr lang="en-US">
                <a:ea typeface="Calibri"/>
                <a:cs typeface="Calibri"/>
              </a:rPr>
              <a:t> is a mapping tool. We hope to integrate range estimation as a gauge in the app.</a:t>
            </a:r>
          </a:p>
          <a:p>
            <a:pPr lvl="1" indent="-17145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Somewhat popular in the cycling community for it's improved cycling infrastructure mapping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6A7BB-62D6-4561-8C69-7BF920A19E7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2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444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45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101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6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5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85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0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4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9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D1361-46C6-F0FB-E390-605B1DD33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AE33B-ADE4-340A-D264-C414A456C8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6B4AB-3E08-9698-F503-55AE078E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83C64-3422-4B78-A34B-DECBAB7BF050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8E589-FA00-E3D4-3471-A653D3403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7D3C1-C38A-0AF6-B14C-D88351183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129EB1-81F4-9034-6DBB-7D5E54F605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27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>
            <a:normAutofit/>
          </a:bodyPr>
          <a:lstStyle/>
          <a:p>
            <a:r>
              <a:rPr lang="en-US" err="1"/>
              <a:t>BatteryForecast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Noah Glaze, Layne Woodruff, &amp; Ben Petterborg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7F4627E-7106-C926-B383-E39D2A59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35C2D91-ED7C-4981-A1DE-FC2021CC6B27}" type="datetime1">
              <a:rPr lang="en-US"/>
              <a:pPr>
                <a:spcAft>
                  <a:spcPts val="600"/>
                </a:spcAft>
              </a:pPr>
              <a:t>5/1/2025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3FF62454-4A1A-9F0E-89D7-E4720DED1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EFC84FAD-0205-2076-0FB8-BF0D6E48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CC57AB-298D-3E0F-2591-B45CA59D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F6A9-C7FC-96FB-4443-9EE09400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8E7A-C4A1-DAD0-00FE-C7BAC2B04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Many existing trip planning apps targeted at bike commuters fail to respect user's privacy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1600" b="1"/>
              <a:t>Plus, they often have ads or unneeded </a:t>
            </a:r>
            <a:r>
              <a:rPr lang="en-US"/>
              <a:t>features</a:t>
            </a:r>
          </a:p>
          <a:p>
            <a:r>
              <a:rPr lang="en-US"/>
              <a:t>Two-thirds of our group have e-bikes and saw a need improved battery and weather tracking</a:t>
            </a:r>
          </a:p>
          <a:p>
            <a:pPr marL="560070" lvl="1" indent="-285750">
              <a:buFont typeface="Arial,Sans-Serif" panose="020B0604020202020204" pitchFamily="34" charset="0"/>
              <a:buChar char="•"/>
            </a:pPr>
            <a:r>
              <a:rPr lang="en-US" b="0"/>
              <a:t>Anxiety of running out of battery mid-ride can hinder a e-biking experience</a:t>
            </a:r>
          </a:p>
          <a:p>
            <a:pPr>
              <a:buFont typeface="Arial,Sans-Serif" panose="020B0604020202020204" pitchFamily="34" charset="0"/>
            </a:pPr>
            <a:r>
              <a:rPr lang="en-US"/>
              <a:t>Weather conditions in Northwest Ohio are especially unpredictable</a:t>
            </a:r>
          </a:p>
          <a:p>
            <a:r>
              <a:rPr lang="en-US"/>
              <a:t>[TBD] In existing weather apps, hourly wind conditions are buried in menus</a:t>
            </a:r>
          </a:p>
          <a:p>
            <a:endParaRPr lang="en-US" b="1" i="1"/>
          </a:p>
          <a:p>
            <a:pPr lvl="1"/>
            <a:endParaRPr lang="en-US" b="0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57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690B0-1D1A-FB4A-206B-9E7B463E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 Apps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2474AC8-CF06-A234-960D-CE2A20B708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800" err="1"/>
              <a:t>eBike</a:t>
            </a:r>
            <a:r>
              <a:rPr lang="en-US" sz="2800"/>
              <a:t> Flow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/>
              <a:t>Feature rich, but restricted to certain bike brands + in app purchases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397CBF2-F93B-753F-A08B-5CB251662C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err="1"/>
              <a:t>Komoot</a:t>
            </a:r>
            <a:endParaRPr lang="en-US" sz="2800"/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2400"/>
              <a:t>Detailed maps, but not e-bike specific, and users must pay per map/region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71D59-374B-F841-C2E2-E38A01915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AD61-0F36-424F-BD50-B2C9EC774ADD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CCB2C-11D3-9460-0FD4-4EEF3C6F3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A58E-A5FD-6F6E-6C37-5B8B80C6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3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31439-9F5F-43FA-4DF6-8D637BBF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/>
              <a:t>Basic ideas	</a:t>
            </a:r>
            <a:r>
              <a:rPr lang="en-US" sz="1400"/>
              <a:t>Guiding our app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23C86-E5E4-3E78-7CB1-085646818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/>
              <a:t>Existing biking apps don't track e-bike usage and are typically only for route charting. (Maps, Ride with GPS </a:t>
            </a:r>
            <a:r>
              <a:rPr lang="en-US" err="1"/>
              <a:t>etc</a:t>
            </a:r>
            <a:r>
              <a:rPr lang="en-US"/>
              <a:t>)</a:t>
            </a:r>
          </a:p>
          <a:p>
            <a:pPr>
              <a:buAutoNum type="arabicPeriod"/>
            </a:pPr>
            <a:r>
              <a:rPr lang="en-US"/>
              <a:t>Battery integration lets users figure out how much input they need to maintain a charge, or save charge for the hardest parts of their commutes.</a:t>
            </a:r>
          </a:p>
          <a:p>
            <a:pPr>
              <a:buAutoNum type="arabicPeriod"/>
            </a:pPr>
            <a:r>
              <a:rPr lang="en-US"/>
              <a:t>We can track battery capacity, </a:t>
            </a:r>
            <a:r>
              <a:rPr lang="en-US" err="1"/>
              <a:t>bike+rider</a:t>
            </a:r>
            <a:r>
              <a:rPr lang="en-US"/>
              <a:t> efficiency, weather, and distance to destinations.</a:t>
            </a:r>
            <a:endParaRPr lang="en-US" b="0"/>
          </a:p>
          <a:p>
            <a:pPr>
              <a:buAutoNum type="arabicPeriod"/>
            </a:pPr>
            <a:endParaRPr lang="en-US"/>
          </a:p>
          <a:p>
            <a:pPr>
              <a:buNone/>
            </a:pPr>
            <a:endParaRPr lang="en-US"/>
          </a:p>
        </p:txBody>
      </p:sp>
      <p:pic>
        <p:nvPicPr>
          <p:cNvPr id="23" name="Picture 22" descr="Close-up of a bike seat in laneway">
            <a:extLst>
              <a:ext uri="{FF2B5EF4-FFF2-40B4-BE49-F238E27FC236}">
                <a16:creationId xmlns:a16="http://schemas.microsoft.com/office/drawing/2014/main" id="{5EA7AED2-1E8F-0FE8-C669-2B1771F105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92" r="5737" b="-14"/>
          <a:stretch/>
        </p:blipFill>
        <p:spPr>
          <a:xfrm>
            <a:off x="6172200" y="2135565"/>
            <a:ext cx="4495800" cy="396043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B299B-C50C-8C3C-A894-2FEA0FEE2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A133371-45FE-401A-9ED1-4EBF9C5F1423}" type="datetime1">
              <a:rPr lang="en-US"/>
              <a:pPr>
                <a:spcAft>
                  <a:spcPts val="600"/>
                </a:spcAft>
              </a:pPr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5A7DB-564B-2605-4885-D1431A4F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BB300-DED8-6517-A445-C4BEB0AD5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8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84312-C4DF-C390-0465-002DA62A0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/>
              <a:t>Ideas - International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88F99-146C-16C1-0408-368FF10C79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app would be usable between different regions.</a:t>
            </a:r>
          </a:p>
          <a:p>
            <a:r>
              <a:rPr lang="en-US"/>
              <a:t>Biking infrastructure may change but calculations will be consistent.</a:t>
            </a:r>
          </a:p>
          <a:p>
            <a:r>
              <a:rPr lang="en-US"/>
              <a:t>New locations can be stored for a trip abroad!</a:t>
            </a:r>
          </a:p>
          <a:p>
            <a:r>
              <a:rPr lang="en-US"/>
              <a:t>App shouldn’t be dependent on geo-restricted features</a:t>
            </a:r>
          </a:p>
        </p:txBody>
      </p:sp>
      <p:pic>
        <p:nvPicPr>
          <p:cNvPr id="11" name="Picture 10" descr="World map with flight paths">
            <a:extLst>
              <a:ext uri="{FF2B5EF4-FFF2-40B4-BE49-F238E27FC236}">
                <a16:creationId xmlns:a16="http://schemas.microsoft.com/office/drawing/2014/main" id="{E3758DFC-E02F-5F02-0E71-5A91999A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68" r="14635" b="4"/>
          <a:stretch/>
        </p:blipFill>
        <p:spPr>
          <a:xfrm>
            <a:off x="6172200" y="2138735"/>
            <a:ext cx="4495800" cy="3954095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7D12A-805E-C80F-2AB4-FC7768FA68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4A7FD0F-B8A8-440B-A9DC-F0B957383D5E}" type="datetime1">
              <a:rPr lang="en-US"/>
              <a:pPr>
                <a:spcAft>
                  <a:spcPts val="600"/>
                </a:spcAft>
              </a:pPr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3A7E5-0E9E-3E7B-7667-353ED0E6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D687-8605-E02A-EFB2-D5926B817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3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81AE8-4C2E-A784-D334-79E1720C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894" y="1953576"/>
            <a:ext cx="9238434" cy="823912"/>
          </a:xfrm>
        </p:spPr>
        <p:txBody>
          <a:bodyPr anchor="b">
            <a:normAutofit/>
          </a:bodyPr>
          <a:lstStyle/>
          <a:p>
            <a:r>
              <a:rPr lang="en-US"/>
              <a:t>Trips!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93660-7C17-C31E-C72A-B25222B3C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/>
              <a:t>A </a:t>
            </a:r>
            <a:r>
              <a:rPr lang="en-US" sz="1500" i="1"/>
              <a:t>Trips </a:t>
            </a:r>
            <a:r>
              <a:rPr lang="en-US" sz="1500"/>
              <a:t>page holds user-specified locations</a:t>
            </a:r>
          </a:p>
          <a:p>
            <a:pPr>
              <a:lnSpc>
                <a:spcPct val="120000"/>
              </a:lnSpc>
            </a:pPr>
            <a:r>
              <a:rPr lang="en-US" sz="1500"/>
              <a:t>Biker’s current location is easy to add</a:t>
            </a:r>
          </a:p>
          <a:p>
            <a:pPr>
              <a:lnSpc>
                <a:spcPct val="120000"/>
              </a:lnSpc>
            </a:pPr>
            <a:r>
              <a:rPr lang="en-US" sz="1500"/>
              <a:t>Users can give locations custom names</a:t>
            </a:r>
          </a:p>
          <a:p>
            <a:pPr>
              <a:lnSpc>
                <a:spcPct val="120000"/>
              </a:lnSpc>
            </a:pPr>
            <a:r>
              <a:rPr lang="en-US" sz="1500"/>
              <a:t>Commuters can instantaneously view the current distance and battery percentage needed to ride to the locations they enter.​</a:t>
            </a:r>
          </a:p>
        </p:txBody>
      </p:sp>
      <p:pic>
        <p:nvPicPr>
          <p:cNvPr id="19" name="Picture 18" descr="Time compass on hand">
            <a:extLst>
              <a:ext uri="{FF2B5EF4-FFF2-40B4-BE49-F238E27FC236}">
                <a16:creationId xmlns:a16="http://schemas.microsoft.com/office/drawing/2014/main" id="{A3FD004A-70AB-30B4-4356-B63CDB9F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24" b="-11"/>
          <a:stretch/>
        </p:blipFill>
        <p:spPr>
          <a:xfrm>
            <a:off x="6172200" y="3048000"/>
            <a:ext cx="4495800" cy="3048000"/>
          </a:xfrm>
          <a:prstGeom prst="rect">
            <a:avLst/>
          </a:prstGeom>
          <a:noFill/>
        </p:spPr>
      </p:pic>
      <p:sp>
        <p:nvSpPr>
          <p:cNvPr id="20" name="Date Placeholder 6">
            <a:extLst>
              <a:ext uri="{FF2B5EF4-FFF2-40B4-BE49-F238E27FC236}">
                <a16:creationId xmlns:a16="http://schemas.microsoft.com/office/drawing/2014/main" id="{F8C5B1D1-2AB1-F872-2B97-2AC433096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9706548-8146-4687-8DD0-98BC3037B4ED}" type="datetime1">
              <a:rPr lang="en-US"/>
              <a:pPr>
                <a:spcAft>
                  <a:spcPts val="600"/>
                </a:spcAft>
              </a:pPr>
              <a:t>5/1/2025</a:t>
            </a:fld>
            <a:endParaRPr lang="en-US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8CCD3817-A8F8-6B9F-0008-CB19A3747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2E9E76DE-6BDC-D9FD-6C49-AD23998C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0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576EA-6606-87EE-A441-3DD13AF5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 anchor="b">
            <a:normAutofit/>
          </a:bodyPr>
          <a:lstStyle/>
          <a:p>
            <a:r>
              <a:rPr lang="en-US"/>
              <a:t>Battery?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D5F24B7-3D9C-3131-7279-D8ED5C583F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Currently, range is estimated with the battery's voltage, amp-hour rating, and typical maximum range.</a:t>
            </a:r>
          </a:p>
          <a:p>
            <a:r>
              <a:rPr lang="en-US"/>
              <a:t>The user can calculate their remaining range on the home screen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/>
              <a:t>The calculation will improve once weather support is added</a:t>
            </a:r>
          </a:p>
          <a:p>
            <a:r>
              <a:rPr lang="en-US"/>
              <a:t>This calculation is used on the </a:t>
            </a:r>
            <a:r>
              <a:rPr lang="en-US" i="1"/>
              <a:t>Trips </a:t>
            </a:r>
            <a:r>
              <a:rPr lang="en-US"/>
              <a:t>page.</a:t>
            </a:r>
          </a:p>
          <a:p>
            <a:r>
              <a:rPr lang="en-US" sz="1700"/>
              <a:t>Planned future support for </a:t>
            </a:r>
            <a:r>
              <a:rPr lang="en-US" sz="1700" err="1"/>
              <a:t>bluetooth</a:t>
            </a:r>
            <a:r>
              <a:rPr lang="en-US" sz="1700"/>
              <a:t> EM3EV battery telemetry to be used in estimation calculation</a:t>
            </a:r>
          </a:p>
        </p:txBody>
      </p:sp>
      <p:pic>
        <p:nvPicPr>
          <p:cNvPr id="31" name="Picture 30" descr="Multi-color batteries">
            <a:extLst>
              <a:ext uri="{FF2B5EF4-FFF2-40B4-BE49-F238E27FC236}">
                <a16:creationId xmlns:a16="http://schemas.microsoft.com/office/drawing/2014/main" id="{12FD2C8F-88FF-065C-5E6E-20DBBCEC5C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96" r="5781" b="-10"/>
          <a:stretch/>
        </p:blipFill>
        <p:spPr>
          <a:xfrm>
            <a:off x="6172200" y="2135565"/>
            <a:ext cx="4495800" cy="3960435"/>
          </a:xfrm>
          <a:prstGeom prst="rect">
            <a:avLst/>
          </a:prstGeom>
          <a:noFill/>
        </p:spPr>
      </p:pic>
      <p:sp>
        <p:nvSpPr>
          <p:cNvPr id="32" name="Date Placeholder 4">
            <a:extLst>
              <a:ext uri="{FF2B5EF4-FFF2-40B4-BE49-F238E27FC236}">
                <a16:creationId xmlns:a16="http://schemas.microsoft.com/office/drawing/2014/main" id="{DDACEB57-2D70-1438-0081-2FE1D654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71087" y="4891318"/>
            <a:ext cx="267329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E87C628-8622-4EA1-8FE9-E5D9861E49D8}" type="datetime1">
              <a:rPr lang="en-US"/>
              <a:pPr>
                <a:spcAft>
                  <a:spcPts val="600"/>
                </a:spcAft>
              </a:pPr>
              <a:t>5/1/2025</a:t>
            </a:fld>
            <a:endParaRPr lang="en-US"/>
          </a:p>
        </p:txBody>
      </p:sp>
      <p:sp>
        <p:nvSpPr>
          <p:cNvPr id="33" name="Footer Placeholder 5">
            <a:extLst>
              <a:ext uri="{FF2B5EF4-FFF2-40B4-BE49-F238E27FC236}">
                <a16:creationId xmlns:a16="http://schemas.microsoft.com/office/drawing/2014/main" id="{B54DDA32-91A6-49D0-748B-0B153C1B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10473021" y="1609893"/>
            <a:ext cx="26694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4" name="Slide Number Placeholder 6">
            <a:extLst>
              <a:ext uri="{FF2B5EF4-FFF2-40B4-BE49-F238E27FC236}">
                <a16:creationId xmlns:a16="http://schemas.microsoft.com/office/drawing/2014/main" id="{CCDD85B4-CDF3-B611-992F-64694D0CB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92908" y="3219853"/>
            <a:ext cx="629653" cy="429830"/>
          </a:xfrm>
        </p:spPr>
        <p:txBody>
          <a:bodyPr/>
          <a:lstStyle/>
          <a:p>
            <a:pPr>
              <a:spcAft>
                <a:spcPts val="600"/>
              </a:spcAft>
            </a:pPr>
            <a:fld id="{196A61CA-0502-4EE4-9724-96EA822543E5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28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9C953-F4C7-C075-76B8-9C54C847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PLANNED FUTURE ADDITIONS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6E76F-4B62-E2D6-C6DA-D7E4F3EBE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Ability to string together locations into a single round-trip (or 1-way) route.</a:t>
            </a:r>
            <a:endParaRPr lang="en-US" b="0"/>
          </a:p>
          <a:p>
            <a:r>
              <a:rPr lang="en-US"/>
              <a:t>BMS </a:t>
            </a:r>
            <a:r>
              <a:rPr lang="en-US" err="1"/>
              <a:t>bluetooth</a:t>
            </a:r>
            <a:r>
              <a:rPr lang="en-US"/>
              <a:t> connectivity</a:t>
            </a:r>
          </a:p>
          <a:p>
            <a:r>
              <a:rPr lang="en-US"/>
              <a:t>Multiple savable battery and bicycle profiles.</a:t>
            </a:r>
          </a:p>
          <a:p>
            <a:r>
              <a:rPr lang="en-US"/>
              <a:t>Detailed weather information</a:t>
            </a:r>
          </a:p>
          <a:p>
            <a:r>
              <a:rPr lang="en-US"/>
              <a:t>Locations by address search</a:t>
            </a:r>
          </a:p>
          <a:p>
            <a:r>
              <a:rPr lang="en-US"/>
              <a:t>Pin-drop location picker</a:t>
            </a:r>
          </a:p>
          <a:p>
            <a:r>
              <a:rPr lang="en-US"/>
              <a:t>On-handlebars mode, detected with accelerometer</a:t>
            </a:r>
          </a:p>
          <a:p>
            <a:r>
              <a:rPr lang="en-US" err="1"/>
              <a:t>OsmAnd</a:t>
            </a:r>
            <a:r>
              <a:rPr lang="en-US"/>
              <a:t> plugin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C32E1-B987-07E1-1BDF-3D842799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E3B0E-DB17-4854-B863-054A40E587F7}" type="datetime1">
              <a:rPr lang="en-US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6B642-BBB2-8AD9-DE9D-C2AE41D97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3A1C-A01C-B83A-2CC1-B935A59C6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5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321C-EA1E-FEF2-7CAA-8F37983B8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Challenges- Into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F502-8900-0CE4-18BF-ECF8FEC7B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Gradle is a pain… enough said</a:t>
            </a:r>
          </a:p>
          <a:p>
            <a:r>
              <a:rPr lang="en-US"/>
              <a:t>Had to rewrite almost the entire app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/>
              <a:t>Resulted in a better product, so it was worth it</a:t>
            </a:r>
          </a:p>
          <a:p>
            <a:r>
              <a:rPr lang="en-US"/>
              <a:t>Issues with setting up the DAO</a:t>
            </a:r>
          </a:p>
          <a:p>
            <a:r>
              <a:rPr lang="en-US"/>
              <a:t>Many Trips Page bugs (squashed!)</a:t>
            </a:r>
          </a:p>
          <a:p>
            <a:r>
              <a:rPr lang="en-US"/>
              <a:t>Git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C0BF1-36D0-0A5D-A39B-6B1D256AC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482C4-C653-438C-8474-AB11ED69D613}" type="datetime1">
              <a:rPr lang="en-US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CE51A-9F3C-DE60-D6C8-14ABA9B4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52488-DC8B-B893-5572-AFE216983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05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D0260-0485-7286-7771-937DE6E8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  <a:br>
              <a:rPr lang="en-US"/>
            </a:br>
            <a:r>
              <a:rPr lang="en-US" sz="2800"/>
              <a:t> </a:t>
            </a:r>
            <a:br>
              <a:rPr lang="en-US"/>
            </a:br>
            <a:r>
              <a:rPr lang="en-US"/>
              <a:t>We’d love to hear your feedback!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A01FC-61B5-AFCE-4418-99136F6E8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Thanks for watching our presentation!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B901A-9B43-93C1-50B4-9A5EF461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26B0-E041-455F-AE4E-37E27C128C3A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A883C-D7D4-C754-0636-6E51D876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853F6-0B10-1FD7-D61E-28220050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9546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dcb729d-5106-4d7c-b75b-a30c455d5b0a}" enabled="0" method="" siteId="{cdcb729d-5106-4d7c-b75b-a30c455d5b0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733</Words>
  <Application>Microsoft Office PowerPoint</Application>
  <PresentationFormat>Widescreen</PresentationFormat>
  <Paragraphs>105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Arial,Sans-Serif</vt:lpstr>
      <vt:lpstr>Calibri</vt:lpstr>
      <vt:lpstr>Courier New</vt:lpstr>
      <vt:lpstr>Trade Gothic Next Cond</vt:lpstr>
      <vt:lpstr>Trade Gothic Next Light</vt:lpstr>
      <vt:lpstr>PortalVTI</vt:lpstr>
      <vt:lpstr>PowerPoint Presentation</vt:lpstr>
      <vt:lpstr>BatteryForecast</vt:lpstr>
      <vt:lpstr>Motivation</vt:lpstr>
      <vt:lpstr>Similar Apps</vt:lpstr>
      <vt:lpstr>Basic ideas Guiding our app</vt:lpstr>
      <vt:lpstr>Ideas - International</vt:lpstr>
      <vt:lpstr>Trips!</vt:lpstr>
      <vt:lpstr>Battery?</vt:lpstr>
      <vt:lpstr>PLANNED FUTURE ADDITIONS</vt:lpstr>
      <vt:lpstr>Challenges- Into learning</vt:lpstr>
      <vt:lpstr>Questions?   We’d love to hear your feedback!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Glaze</dc:creator>
  <cp:lastModifiedBy>Noah M Glaze</cp:lastModifiedBy>
  <cp:revision>1</cp:revision>
  <dcterms:created xsi:type="dcterms:W3CDTF">2025-04-22T17:30:25Z</dcterms:created>
  <dcterms:modified xsi:type="dcterms:W3CDTF">2025-05-01T15:23:14Z</dcterms:modified>
</cp:coreProperties>
</file>